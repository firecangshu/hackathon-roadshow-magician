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00FF"/>
                </a:solidFill>
              </a:defRPr>
            </a:pPr>
            <a:r>
              <a:t>黑客松路演魔术师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把任意成果源代码一键转换为竞赛级路演材料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7步工作流 · 19种产物 · 6维版本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00FF"/>
                </a:solidFill>
              </a:defRPr>
            </a:pPr>
            <a:r>
              <a:t>99%的黑客松团队被路演拖后腿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DEMO做得好，但路演材料准备耗时过长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浪费本该用于完善产品的宝贵时间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解决方案：工程化生成，不浪费时间在排版和措辞上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00FF"/>
                </a:solidFill>
              </a:defRPr>
            </a:pPr>
            <a:r>
              <a:t>7步工作流 · 5个确认点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S1 源码深度分析 → S2 信息核对 → S3 路演定类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→ S4 大纲构建 → S5 图表生成 → S6 成果生成 → S7 交付收尾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每步有明确产出 + 确认点，避免方向跑偏返工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00FF"/>
                </a:solidFill>
              </a:defRPr>
            </a:pPr>
            <a:r>
              <a:t>六维版本 × 19种产物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六维：时长 × 侧重 × 风格 × 格式 × 语言 × 团队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19种：赛前提报(4) + 现场展示(5) + 评委互动(4) + 赛后传播(4) + 存档复用(2)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用户只需勾选，不浪费算力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00FF"/>
                </a:solidFill>
              </a:defRPr>
            </a:pPr>
            <a:r>
              <a:t>开源参与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MIT协议 · 社区友好 · 欢迎贡献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GitHub地址：github.com/your-repo</a:t>
            </a:r>
          </a:p>
          <a:p>
            <a:pPr algn="l">
              <a:spcAft>
                <a:spcPts val="2000"/>
              </a:spcAft>
              <a:defRPr sz="3600">
                <a:solidFill>
                  <a:srgbClr val="00FFFF"/>
                </a:solidFill>
              </a:defRPr>
            </a:pPr>
            <a:r>
              <a:t>欢迎 Star · Issue · 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